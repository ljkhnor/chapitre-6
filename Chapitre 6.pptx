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4" r:id="rId7"/>
    <p:sldId id="265" r:id="rId8"/>
    <p:sldId id="292" r:id="rId9"/>
    <p:sldId id="293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726AA5-7EDD-79F9-FFFD-FC057270C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416B0B-6349-60E9-56E4-A25047719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776B64-F594-9B20-63EC-F489E36B8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D520-9047-4E94-9C6B-DE22BBDBA390}" type="datetimeFigureOut">
              <a:rPr lang="fr-BE" smtClean="0"/>
              <a:t>26-12-25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22F01F-53D6-D7FA-1D2F-BC2D4E2DA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D1B2DE-EF91-F647-2ACE-5311B6FED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DF885-5354-4059-9C72-157CF27A60D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35233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38A851-DAB9-61BB-EB90-71C0A4DA5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AABEF4-3C25-8CFE-9864-582502127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853E1A-9A4C-9439-2B2B-11DD656AD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D520-9047-4E94-9C6B-DE22BBDBA390}" type="datetimeFigureOut">
              <a:rPr lang="fr-BE" smtClean="0"/>
              <a:t>26-12-25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F3E6DB-9A8F-3FF1-B344-03AD76533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679497-F53F-0979-6F8C-D5A781EC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DF885-5354-4059-9C72-157CF27A60D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20611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4BD89A-1A0D-B69B-4823-0596FF1EC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0EEC3E-D089-13BB-2814-A36A5D64D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E4270A-7A71-BAE5-422D-C3EAF82CD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D520-9047-4E94-9C6B-DE22BBDBA390}" type="datetimeFigureOut">
              <a:rPr lang="fr-BE" smtClean="0"/>
              <a:t>26-12-25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F82FB4-36B4-E741-9173-D2C99197C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6B4234-D691-D6F7-B2EC-B091C582D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DF885-5354-4059-9C72-157CF27A60D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31665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8CB5B0-2AC7-6ED7-4AE7-874B483A3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E310FB-BD1C-F384-6662-9CCFB15582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512DC72-7BA6-5955-AEA7-EEA537EA7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5B674F4-C245-185F-F78B-2BB77203F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D520-9047-4E94-9C6B-DE22BBDBA390}" type="datetimeFigureOut">
              <a:rPr lang="fr-BE" smtClean="0"/>
              <a:t>26-12-25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ED6593-4FE6-3A1B-F63E-E999A113C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5BFCE0-A303-B0AE-CF97-693E1FE1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DF885-5354-4059-9C72-157CF27A60D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39213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74F392-BD39-6954-A6AA-F96BD5D57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F6EE33-878A-63E5-BAD5-8220CCB82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F1C887-387B-E6D5-A062-F2E083C09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443AFE9-2525-5A97-5282-72914D3C4A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C3E6E5-4DE6-94CC-0C72-A2C6D5535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A02D8D4-F706-36C5-3FD0-ED9528EF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D520-9047-4E94-9C6B-DE22BBDBA390}" type="datetimeFigureOut">
              <a:rPr lang="fr-BE" smtClean="0"/>
              <a:t>26-12-25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D62DB6C-0DAD-777E-17DA-FA5AA24B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EB81339-A634-73AC-080F-1BF22D406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DF885-5354-4059-9C72-157CF27A60D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01457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0494F9-CC46-CDC3-3F57-4B02AEAA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4DE79E2-2B9E-C662-C557-7698B2C3D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D520-9047-4E94-9C6B-DE22BBDBA390}" type="datetimeFigureOut">
              <a:rPr lang="fr-BE" smtClean="0"/>
              <a:t>26-12-25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30C8492-8305-47C7-9820-C45A7C4FF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8A36DF8-DAF8-D150-CC8B-771552CA4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DF885-5354-4059-9C72-157CF27A60D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24420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FAFD8A2-3F4B-5FD8-5511-52A0C232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D520-9047-4E94-9C6B-DE22BBDBA390}" type="datetimeFigureOut">
              <a:rPr lang="fr-BE" smtClean="0"/>
              <a:t>26-12-25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F3A35D3-4AC3-694B-192A-A3C4A8FC3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6FE6382-C2CA-2F92-63E1-EAD2EBE1D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DF885-5354-4059-9C72-157CF27A60D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09382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6B4EC5-C37B-BEF5-2051-80656C393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6534F8-B826-0B5B-447D-746848A04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3040E5C-A706-908E-ACF7-6DF8B08CD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3D1F6B-6B61-8C49-D7BA-1EBEF2A98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D520-9047-4E94-9C6B-DE22BBDBA390}" type="datetimeFigureOut">
              <a:rPr lang="fr-BE" smtClean="0"/>
              <a:t>26-12-25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5386AD-402D-8A0A-A0A9-707100B4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FBD4DC-23EF-996E-C570-A3E627EBF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DF885-5354-4059-9C72-157CF27A60D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8789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41C60A-BE30-B281-A53A-EDAF5A8C2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2E7F3AE-EEFE-67E5-033B-4203AF2927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82C108-5808-F36D-3D9C-AEEA21350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80123F-9664-6B27-2E72-24333F5FA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D520-9047-4E94-9C6B-DE22BBDBA390}" type="datetimeFigureOut">
              <a:rPr lang="fr-BE" smtClean="0"/>
              <a:t>26-12-25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604F52D-52F1-96ED-403C-E64EB432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7398B40-1772-5D3B-6863-2DFCD293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DF885-5354-4059-9C72-157CF27A60D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1062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B9E643-0B61-0D44-E49A-FAA43BB8C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01994A-4BF9-A7C6-F892-494C999D0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FA5CE5-E717-D81F-E94F-E2237A7D6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D520-9047-4E94-9C6B-DE22BBDBA390}" type="datetimeFigureOut">
              <a:rPr lang="fr-BE" smtClean="0"/>
              <a:t>26-12-25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BDAF0D-F49A-FA8B-7D98-E731A57FB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22E4D5-9C09-3BEF-4758-ABE4907C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DF885-5354-4059-9C72-157CF27A60D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2300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CACB59B-5C2A-87B2-5394-79BA68EA31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387D57E-746E-62F3-311D-ADC67D9AF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0B578D-1248-0C88-CC84-451209C3B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D520-9047-4E94-9C6B-DE22BBDBA390}" type="datetimeFigureOut">
              <a:rPr lang="fr-BE" smtClean="0"/>
              <a:t>26-12-25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1E8EDF-9A3B-CAD2-574C-B8A4716C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387773-F265-BABC-9373-25B12951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DF885-5354-4059-9C72-157CF27A60D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39936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7B5B02-E9F6-F054-53FE-33DDD6E3F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3CAEFA-F161-2FCE-5B66-B494EC776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751859-5BE5-10BA-E623-8ECC6A675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ED520-9047-4E94-9C6B-DE22BBDBA390}" type="datetimeFigureOut">
              <a:rPr lang="fr-BE" smtClean="0"/>
              <a:t>26-12-25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65FE0D-10F7-A835-6A32-A37A4390C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DCA52C-9303-D118-4B62-FDB359400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DF885-5354-4059-9C72-157CF27A60D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05886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5D9817-AAD7-BA29-E49B-7408C5100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Module 1 – Programmation web Frontend</a:t>
            </a:r>
            <a:endParaRPr lang="fr-B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3850D4C-AB8A-A34A-F5CF-E6E9CE8526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9082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8AEC00-E3FB-38E3-2A52-F95BCA13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Planning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6FD568-860B-6905-CD7B-EF0A605B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fr-BE" dirty="0"/>
              <a:t>PWF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04/10/25 – Chapitre 1. Introduction web – fonctionnement, vocabulaire, prise en main des outils et Introduction au langage HTML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18/10/25 – Chapitre 2. Introduction web – HTML et CSS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8/11/25 – Chapitre 3. Introduction web – Arborescence et Formulaire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22/11/25 – Chapitre 4. Introduction Team Workflow - Git</a:t>
            </a:r>
          </a:p>
          <a:p>
            <a:r>
              <a:rPr lang="fr-BE" dirty="0">
                <a:solidFill>
                  <a:schemeClr val="bg2">
                    <a:lumMod val="75000"/>
                  </a:schemeClr>
                </a:solidFill>
              </a:rPr>
              <a:t>06/12/25 – Chapitre 5. Introduction à Javascript, Variables et valeurs</a:t>
            </a:r>
          </a:p>
          <a:p>
            <a:r>
              <a:rPr lang="fr-B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10/01/26 – Chapitre 6. Javascript : Fonctions, tableaux, objets, prototypes et constructeurs</a:t>
            </a:r>
          </a:p>
          <a:p>
            <a:r>
              <a:rPr lang="fr-BE" dirty="0"/>
              <a:t>24/01/26 - Chapitre 7. Javascript : DOM et programmation évènementiel, expression régulière</a:t>
            </a:r>
          </a:p>
          <a:p>
            <a:r>
              <a:rPr lang="fr-BE" dirty="0"/>
              <a:t>07/02/26 - Chapitre 8. Javascript : Fonctions avancées et compléments</a:t>
            </a:r>
          </a:p>
          <a:p>
            <a:r>
              <a:rPr lang="fr-BE" dirty="0"/>
              <a:t>21/02/26 - Chapitre 9. Javascript : Framework (React.js, Angular.js et Vue.js)</a:t>
            </a:r>
          </a:p>
          <a:p>
            <a:r>
              <a:rPr lang="fr-BE" dirty="0"/>
              <a:t>14/03/26 - Examen</a:t>
            </a:r>
          </a:p>
          <a:p>
            <a:pPr marL="0" indent="0">
              <a:buNone/>
            </a:pPr>
            <a:r>
              <a:rPr lang="fr-BE" dirty="0"/>
              <a:t>PWB</a:t>
            </a:r>
          </a:p>
          <a:p>
            <a:r>
              <a:rPr lang="fr-BE" dirty="0"/>
              <a:t>28/03/26 –  Chapitre 1.</a:t>
            </a:r>
          </a:p>
          <a:p>
            <a:r>
              <a:rPr lang="fr-BE" dirty="0"/>
              <a:t>11/04/26 –  Chapitre 2.</a:t>
            </a:r>
          </a:p>
          <a:p>
            <a:r>
              <a:rPr lang="fr-BE" dirty="0"/>
              <a:t>25/04/26 –  Chapitre 3.</a:t>
            </a:r>
          </a:p>
          <a:p>
            <a:r>
              <a:rPr lang="fr-BE" dirty="0"/>
              <a:t>23/05/26 - Examen </a:t>
            </a:r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9455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DAE835-F7C3-5C8C-838E-E17B3FDAE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Chapitre 6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136D1A-85D3-F059-4444-83ED46066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1. Fonctions</a:t>
            </a:r>
          </a:p>
          <a:p>
            <a:pPr lvl="1"/>
            <a:r>
              <a:rPr lang="fr-FR" dirty="0"/>
              <a:t>Fonction nommée ( &lt;&gt; fonction anonymes)</a:t>
            </a:r>
          </a:p>
          <a:p>
            <a:pPr lvl="2"/>
            <a:r>
              <a:rPr lang="fr-FR" dirty="0"/>
              <a:t>Définition + </a:t>
            </a:r>
            <a:r>
              <a:rPr lang="fr-FR" dirty="0" err="1"/>
              <a:t>hoisting</a:t>
            </a:r>
            <a:endParaRPr lang="fr-FR" dirty="0"/>
          </a:p>
          <a:p>
            <a:pPr lvl="2"/>
            <a:r>
              <a:rPr lang="fr-FR" dirty="0"/>
              <a:t>Utilisation</a:t>
            </a:r>
          </a:p>
          <a:p>
            <a:pPr lvl="2"/>
            <a:r>
              <a:rPr lang="fr-FR" dirty="0"/>
              <a:t>Fonctions prédéfinies</a:t>
            </a:r>
          </a:p>
          <a:p>
            <a:pPr lvl="2"/>
            <a:r>
              <a:rPr lang="fr-FR" dirty="0"/>
              <a:t>Exercice</a:t>
            </a:r>
          </a:p>
          <a:p>
            <a:r>
              <a:rPr lang="fr-FR" dirty="0"/>
              <a:t>2. Tableaux</a:t>
            </a:r>
            <a:endParaRPr lang="fr-BE" dirty="0"/>
          </a:p>
          <a:p>
            <a:pPr lvl="1"/>
            <a:r>
              <a:rPr lang="fr-BE" dirty="0"/>
              <a:t>Caractéristiques</a:t>
            </a:r>
          </a:p>
          <a:p>
            <a:pPr lvl="1"/>
            <a:r>
              <a:rPr lang="fr-BE" dirty="0"/>
              <a:t>Création </a:t>
            </a:r>
          </a:p>
          <a:p>
            <a:pPr lvl="1"/>
            <a:r>
              <a:rPr lang="fr-BE" dirty="0"/>
              <a:t>Utiliser </a:t>
            </a:r>
          </a:p>
          <a:p>
            <a:pPr lvl="1"/>
            <a:r>
              <a:rPr lang="fr-BE" dirty="0"/>
              <a:t>Parcours</a:t>
            </a:r>
          </a:p>
        </p:txBody>
      </p:sp>
    </p:spTree>
    <p:extLst>
      <p:ext uri="{BB962C8B-B14F-4D97-AF65-F5344CB8AC3E}">
        <p14:creationId xmlns:p14="http://schemas.microsoft.com/office/powerpoint/2010/main" val="209008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063E9-1BAC-63DB-CAB8-17A2AE1CD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2D8B7C-4663-5893-35E6-1A2F47707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Chapitre 6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4A2FEF-1AB0-F4D3-50CD-E87FE5531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3. Objets</a:t>
            </a:r>
          </a:p>
          <a:p>
            <a:pPr lvl="1"/>
            <a:r>
              <a:rPr lang="fr-FR" dirty="0"/>
              <a:t>Caractéristique </a:t>
            </a:r>
          </a:p>
          <a:p>
            <a:pPr lvl="1"/>
            <a:r>
              <a:rPr lang="fr-FR" dirty="0"/>
              <a:t>Création</a:t>
            </a:r>
          </a:p>
          <a:p>
            <a:pPr lvl="1"/>
            <a:r>
              <a:rPr lang="fr-FR" dirty="0"/>
              <a:t>Utilisation</a:t>
            </a:r>
          </a:p>
          <a:p>
            <a:pPr lvl="1"/>
            <a:r>
              <a:rPr lang="fr-FR" dirty="0"/>
              <a:t>Valeurs primitives</a:t>
            </a:r>
          </a:p>
          <a:p>
            <a:pPr lvl="1"/>
            <a:r>
              <a:rPr lang="fr-FR" dirty="0"/>
              <a:t>Orienté objet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460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0B11B-D65F-771F-3B26-98E246C7E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34F4DC-2095-19F7-3516-5EE5546C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Chapitre 6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754D97-93A1-97D6-B9CE-620392DAC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4. Prototypes</a:t>
            </a:r>
          </a:p>
          <a:p>
            <a:pPr lvl="1"/>
            <a:r>
              <a:rPr lang="fr-FR" dirty="0"/>
              <a:t>Pourquoi faire ?</a:t>
            </a:r>
          </a:p>
          <a:p>
            <a:pPr lvl="1"/>
            <a:r>
              <a:rPr lang="fr-FR" dirty="0"/>
              <a:t>Création</a:t>
            </a:r>
          </a:p>
          <a:p>
            <a:pPr lvl="1"/>
            <a:r>
              <a:rPr lang="fr-FR" dirty="0"/>
              <a:t>Héritage</a:t>
            </a:r>
          </a:p>
          <a:p>
            <a:pPr lvl="1"/>
            <a:r>
              <a:rPr lang="fr-FR" dirty="0"/>
              <a:t>__proto__</a:t>
            </a:r>
          </a:p>
          <a:p>
            <a:pPr lvl="1"/>
            <a:r>
              <a:rPr lang="fr-FR" dirty="0"/>
              <a:t>La chaine des prototypes</a:t>
            </a:r>
          </a:p>
          <a:p>
            <a:pPr lvl="1"/>
            <a:r>
              <a:rPr lang="fr-FR" dirty="0"/>
              <a:t>Exercices</a:t>
            </a:r>
          </a:p>
          <a:p>
            <a:r>
              <a:rPr lang="fr-FR" dirty="0"/>
              <a:t>5. Constructeurs</a:t>
            </a:r>
          </a:p>
          <a:p>
            <a:pPr lvl="1"/>
            <a:r>
              <a:rPr lang="fr-FR" dirty="0"/>
              <a:t>Définition</a:t>
            </a:r>
          </a:p>
          <a:p>
            <a:pPr lvl="1"/>
            <a:r>
              <a:rPr lang="fr-FR" dirty="0"/>
              <a:t>Utilisation</a:t>
            </a:r>
          </a:p>
          <a:p>
            <a:pPr lvl="1"/>
            <a:r>
              <a:rPr lang="fr-FR" dirty="0"/>
              <a:t>Mauvaise Utilisation</a:t>
            </a:r>
          </a:p>
          <a:p>
            <a:pPr lvl="1"/>
            <a:r>
              <a:rPr lang="fr-FR" dirty="0"/>
              <a:t>Orienté objet en JS (3)</a:t>
            </a:r>
          </a:p>
        </p:txBody>
      </p:sp>
    </p:spTree>
    <p:extLst>
      <p:ext uri="{BB962C8B-B14F-4D97-AF65-F5344CB8AC3E}">
        <p14:creationId xmlns:p14="http://schemas.microsoft.com/office/powerpoint/2010/main" val="2008514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5E87F6-0CE4-4867-B566-DCDDF5C52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2D54EF-7606-D917-FA2A-1AFE29771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16167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5A3C58-D986-C1FC-4E43-BE7425B41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Fonctions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A27DBC-E554-E8F1-39B3-E96299D3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 nommée ( &lt;&gt; fonction anonymes)</a:t>
            </a:r>
          </a:p>
          <a:p>
            <a:pPr lvl="1"/>
            <a:r>
              <a:rPr lang="fr-FR" dirty="0"/>
              <a:t>Définition (3) + </a:t>
            </a:r>
            <a:r>
              <a:rPr lang="fr-FR" dirty="0" err="1"/>
              <a:t>hoisting</a:t>
            </a:r>
            <a:endParaRPr lang="fr-FR" dirty="0"/>
          </a:p>
          <a:p>
            <a:pPr lvl="2"/>
            <a:r>
              <a:rPr lang="fr-FR" dirty="0"/>
              <a:t>Déclaration standard</a:t>
            </a:r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r>
              <a:rPr lang="fr-FR" dirty="0"/>
              <a:t>Return permet de faire sortir une information hors du scope de la fonction</a:t>
            </a:r>
          </a:p>
          <a:p>
            <a:pPr lvl="2"/>
            <a:r>
              <a:rPr lang="fr-FR" dirty="0"/>
              <a:t>La déclaration es </a:t>
            </a:r>
            <a:r>
              <a:rPr lang="fr-FR" dirty="0" err="1"/>
              <a:t>hoistée</a:t>
            </a:r>
            <a:r>
              <a:rPr lang="fr-FR" dirty="0"/>
              <a:t> en tête du scope fonctionnel</a:t>
            </a:r>
          </a:p>
        </p:txBody>
      </p:sp>
      <p:pic>
        <p:nvPicPr>
          <p:cNvPr id="5" name="Image 4" descr="Une image contenant texte, Police, écriture manuscrite, ligne&#10;&#10;Le contenu généré par l’IA peut être incorrect.">
            <a:extLst>
              <a:ext uri="{FF2B5EF4-FFF2-40B4-BE49-F238E27FC236}">
                <a16:creationId xmlns:a16="http://schemas.microsoft.com/office/drawing/2014/main" id="{16FC8C4C-FE21-456B-3688-41E7AE5E1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1227" y="2589722"/>
            <a:ext cx="5372850" cy="22291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79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9708B-4504-4DC9-6B08-7AC9398BD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19052C-CD37-0FF9-473C-13CE942C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Fonctions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A28E8D-5FCE-0A38-7299-448EAB0CF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 nommée ( &lt;&gt; fonction anonymes)</a:t>
            </a:r>
          </a:p>
          <a:p>
            <a:pPr lvl="1"/>
            <a:r>
              <a:rPr lang="fr-FR" dirty="0"/>
              <a:t>Définition (3) + </a:t>
            </a:r>
            <a:r>
              <a:rPr lang="fr-FR" dirty="0" err="1"/>
              <a:t>hoisting</a:t>
            </a:r>
            <a:endParaRPr lang="fr-FR" dirty="0"/>
          </a:p>
          <a:p>
            <a:pPr lvl="2"/>
            <a:r>
              <a:rPr lang="fr-FR" dirty="0"/>
              <a:t>Déclaration fonctionnelle</a:t>
            </a:r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r>
              <a:rPr lang="fr-FR" dirty="0"/>
              <a:t>La déclaration fonctionnelle est une déclaration de variable</a:t>
            </a:r>
          </a:p>
          <a:p>
            <a:pPr lvl="2"/>
            <a:r>
              <a:rPr lang="fr-FR" dirty="0"/>
              <a:t>Avec var, la déclaration est </a:t>
            </a:r>
            <a:r>
              <a:rPr lang="fr-FR" dirty="0" err="1"/>
              <a:t>hoistée</a:t>
            </a:r>
            <a:r>
              <a:rPr lang="fr-FR" dirty="0"/>
              <a:t> en tête de scope fonctionnel, </a:t>
            </a:r>
            <a:r>
              <a:rPr lang="fr-FR" u="sng" dirty="0"/>
              <a:t>mais pas l’initialisation</a:t>
            </a:r>
          </a:p>
        </p:txBody>
      </p:sp>
      <p:pic>
        <p:nvPicPr>
          <p:cNvPr id="6" name="Image 5" descr="Une image contenant texte, Police, ligne, blanc&#10;&#10;Le contenu généré par l’IA peut être incorrect.">
            <a:extLst>
              <a:ext uri="{FF2B5EF4-FFF2-40B4-BE49-F238E27FC236}">
                <a16:creationId xmlns:a16="http://schemas.microsoft.com/office/drawing/2014/main" id="{93B7ED48-E34B-83EA-5E25-00080305E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144" y="3062673"/>
            <a:ext cx="5363323" cy="10669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3692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EC62E-1CD1-FAE3-6D3E-CF04CD801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25E19C-D08D-6E67-16A6-18B1F9770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Fonctions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FD57C3-613A-EABB-D1A8-73C33DDC9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 nommée ( &lt;&gt; fonction anonymes)</a:t>
            </a:r>
          </a:p>
          <a:p>
            <a:pPr lvl="1"/>
            <a:r>
              <a:rPr lang="fr-FR" dirty="0"/>
              <a:t>Définition (3) + </a:t>
            </a:r>
            <a:r>
              <a:rPr lang="fr-FR" dirty="0" err="1"/>
              <a:t>hoisting</a:t>
            </a:r>
            <a:endParaRPr lang="fr-FR" dirty="0"/>
          </a:p>
          <a:p>
            <a:pPr lvl="2"/>
            <a:r>
              <a:rPr lang="fr-FR" dirty="0"/>
              <a:t>déclaration</a:t>
            </a:r>
          </a:p>
        </p:txBody>
      </p:sp>
    </p:spTree>
    <p:extLst>
      <p:ext uri="{BB962C8B-B14F-4D97-AF65-F5344CB8AC3E}">
        <p14:creationId xmlns:p14="http://schemas.microsoft.com/office/powerpoint/2010/main" val="87261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AEC9C-2797-0E2A-FA74-985C30751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E8C569-15E4-4E23-8121-5EDB4E136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Fonctions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CBEE89-6EA4-81BA-C6E3-DC6A40E51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 nommée ( &lt;&gt; fonction anonymes)</a:t>
            </a:r>
          </a:p>
          <a:p>
            <a:pPr lvl="1"/>
            <a:r>
              <a:rPr lang="fr-FR" dirty="0"/>
              <a:t>Utilisation</a:t>
            </a:r>
          </a:p>
        </p:txBody>
      </p:sp>
    </p:spTree>
    <p:extLst>
      <p:ext uri="{BB962C8B-B14F-4D97-AF65-F5344CB8AC3E}">
        <p14:creationId xmlns:p14="http://schemas.microsoft.com/office/powerpoint/2010/main" val="4073775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C66CA-A437-62BB-1968-A60E5DE39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004534-0B7E-6658-F951-914084B8B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Fonctions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B1C01C-0ACC-65DA-E350-D7C601FEB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 nommée ( &lt;&gt; fonction anonymes)</a:t>
            </a:r>
          </a:p>
          <a:p>
            <a:pPr lvl="1"/>
            <a:r>
              <a:rPr lang="fr-FR" dirty="0"/>
              <a:t>Fonctions prédéfinies</a:t>
            </a:r>
          </a:p>
        </p:txBody>
      </p:sp>
    </p:spTree>
    <p:extLst>
      <p:ext uri="{BB962C8B-B14F-4D97-AF65-F5344CB8AC3E}">
        <p14:creationId xmlns:p14="http://schemas.microsoft.com/office/powerpoint/2010/main" val="2284607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FE8CA-D86A-EE59-0139-AFC6AC333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6E11CE-4AA1-D6A5-B944-FBB0EB4F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Fonctions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135592-F50F-EB10-6DE9-83341582F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 nommée ( &lt;&gt; fonction anonymes)</a:t>
            </a:r>
          </a:p>
          <a:p>
            <a:pPr lvl="1"/>
            <a:r>
              <a:rPr lang="fr-FR" dirty="0"/>
              <a:t>Exercice</a:t>
            </a:r>
            <a:r>
              <a:rPr lang="fr-BE" dirty="0"/>
              <a:t>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3862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FCD61E-C4B7-B4B5-B6E9-92A968077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7EAC9E-8FA8-BEB8-A8CD-53E80670B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49441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57A4A1-D510-D983-87EE-17F1C27AE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Tableaux</a:t>
            </a:r>
            <a:br>
              <a:rPr lang="fr-BE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BA7028-6FB9-3388-E8D5-D477E180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BE" dirty="0"/>
              <a:t>Caractéristiques</a:t>
            </a:r>
          </a:p>
        </p:txBody>
      </p:sp>
    </p:spTree>
    <p:extLst>
      <p:ext uri="{BB962C8B-B14F-4D97-AF65-F5344CB8AC3E}">
        <p14:creationId xmlns:p14="http://schemas.microsoft.com/office/powerpoint/2010/main" val="2704372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DE034-B6DC-5702-1C0A-34283AAB6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E6375F-F123-214B-241A-F163EBB9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Tableaux</a:t>
            </a:r>
            <a:br>
              <a:rPr lang="fr-BE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EF6AAD-4B7E-5FE5-EEF9-6C24B0576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BE" dirty="0"/>
              <a:t>Création </a:t>
            </a:r>
          </a:p>
        </p:txBody>
      </p:sp>
    </p:spTree>
    <p:extLst>
      <p:ext uri="{BB962C8B-B14F-4D97-AF65-F5344CB8AC3E}">
        <p14:creationId xmlns:p14="http://schemas.microsoft.com/office/powerpoint/2010/main" val="1413885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4FE5B-13ED-3624-0D8B-32BB8FF18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95CDC2-65F6-2706-FB74-15B69F218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Tableaux</a:t>
            </a:r>
            <a:br>
              <a:rPr lang="fr-BE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A44597-52CB-186F-5B24-99299E182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BE" dirty="0"/>
              <a:t>Utilisation</a:t>
            </a:r>
          </a:p>
        </p:txBody>
      </p:sp>
    </p:spTree>
    <p:extLst>
      <p:ext uri="{BB962C8B-B14F-4D97-AF65-F5344CB8AC3E}">
        <p14:creationId xmlns:p14="http://schemas.microsoft.com/office/powerpoint/2010/main" val="640451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30167-D4B2-4313-6E34-F55F5A7C6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993FC9-05C9-9001-283F-33DD32CBD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Tableaux</a:t>
            </a:r>
            <a:br>
              <a:rPr lang="fr-BE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EAF4AD-C6C1-BDD2-1E26-4E28671FA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BE" dirty="0"/>
              <a:t>Parcours</a:t>
            </a:r>
          </a:p>
        </p:txBody>
      </p:sp>
    </p:spTree>
    <p:extLst>
      <p:ext uri="{BB962C8B-B14F-4D97-AF65-F5344CB8AC3E}">
        <p14:creationId xmlns:p14="http://schemas.microsoft.com/office/powerpoint/2010/main" val="1090662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B31ADB-4040-0A0A-B0F7-803ABE486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8C5731-BDFB-BA1F-93A2-60BC0F65B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52180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64D760-C980-2E13-DD3C-1574E4AD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Objets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038C06-E48D-8116-7C99-9E01D1C12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Caractéristique 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800685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AB610-5161-CC03-79C2-2B1353362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6FD669-7872-594D-57E0-B0C5E53CE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Objets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FF55A1-BCC2-52DE-3220-975E0DFB3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Création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60450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F49BF-DFFE-F880-86DF-ED3043A20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EBCF89-7656-917B-9983-31BB5593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Objets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282AC0-F67C-317D-F3DD-C5068CCA5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Utilisation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013973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5E415-3C54-D2FF-9153-1FAE1B1E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71C8A6-E349-30B9-7ADD-7FE61E1E7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Objets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EE34FD-65B0-760A-5F0D-964C521EA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Valeurs primitives</a:t>
            </a:r>
          </a:p>
        </p:txBody>
      </p:sp>
    </p:spTree>
    <p:extLst>
      <p:ext uri="{BB962C8B-B14F-4D97-AF65-F5344CB8AC3E}">
        <p14:creationId xmlns:p14="http://schemas.microsoft.com/office/powerpoint/2010/main" val="718386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90993-2A96-148F-BE46-787DD84B8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728269-C8C2-A2A7-2DE9-13B5EA471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Objets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4BAE0D-4A60-E9D7-A8E0-06B34841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Orienté objet</a:t>
            </a:r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46056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33D02D-D9B8-90ED-F4E7-4CFA75423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2D3CFB-421E-4E7D-4BC7-288536428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29280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FE86A2-0F7A-E98D-9F3A-66CFAFB3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4. Prototypes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79F74D-4889-F9C1-76A5-2825DFD6A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Pourquoi faire ?</a:t>
            </a:r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52516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74A36-EBFE-EF84-C4D4-4DE18E93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956F7B-83EB-2276-407C-6E090ECFE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4. Prototypes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F5507F-FF2E-0BA7-B467-43D6D3664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Création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79535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584EC-C215-5E88-2DA1-1C669A583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2263F6-48B3-880A-2890-11C791770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4. Prototypes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D73B41-1C3D-1533-60CA-92F6556A1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Héritage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05359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FC102-0A6F-F1BD-6460-91EF1E5E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5BBCA1-D782-1523-A7AE-BB695B95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4. Prototypes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6CDF5B-31E8-8429-B6A3-258B92001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__proto__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70190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E7EDC-FD7B-30FA-4527-F6F46FFD8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D8FF4D-F7B3-3533-82C6-B7404EA97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4. Prototypes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7C15DC-F8DF-8816-2A06-63EE74B22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La chaine des prototypes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05027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DFF3-7B0F-0377-C2B1-303E629B4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CD3CF8-2132-0AFE-DC5C-4D7CACE61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4. Prototypes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BA8417-C37A-B27C-1570-988824844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exercices</a:t>
            </a:r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764090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758558-7A16-5D11-FA2E-111797FA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4045EF-A804-8D8D-120B-ACB45225E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316618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818EBE-82CE-5198-51DD-BCA95850D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Constructeurs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4DF96E-D1DE-E09C-093F-D049F0C6B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Définition</a:t>
            </a:r>
          </a:p>
        </p:txBody>
      </p:sp>
    </p:spTree>
    <p:extLst>
      <p:ext uri="{BB962C8B-B14F-4D97-AF65-F5344CB8AC3E}">
        <p14:creationId xmlns:p14="http://schemas.microsoft.com/office/powerpoint/2010/main" val="28050260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EFAD0-5EE1-B591-FDED-EE9044B0D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E73738-F7D7-1E2E-5134-BC04E5336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Constructeurs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941D7A-5913-CBAF-04FA-DF93DBEA1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Utilisation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885575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85471-6EE2-0914-B130-B63B4FF7D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0B6B91-2EA0-8B20-1BD9-A7ADBBC9C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Constructeurs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84A0AA-0713-A520-FC23-292C7924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Mauvaise Utilisation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495830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8BD63-17D4-C5E1-384C-80C90959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518231-3649-C7E3-DEE7-354D9C93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Constructeurs</a:t>
            </a:r>
            <a:br>
              <a:rPr lang="fr-FR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711C70-17E2-70EB-7A89-E09D8E6C1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Orienté objet en JS (3)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115937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473</Words>
  <Application>Microsoft Office PowerPoint</Application>
  <PresentationFormat>Grand écran</PresentationFormat>
  <Paragraphs>123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Thème Office</vt:lpstr>
      <vt:lpstr>Module 1 – Programmation web Frontend</vt:lpstr>
      <vt:lpstr>Planning</vt:lpstr>
      <vt:lpstr>Chapitre 6</vt:lpstr>
      <vt:lpstr>Chapitre 6</vt:lpstr>
      <vt:lpstr>Chapitre 6</vt:lpstr>
      <vt:lpstr>Présentation PowerPoint</vt:lpstr>
      <vt:lpstr>1. Fonctions</vt:lpstr>
      <vt:lpstr>1. Fonctions</vt:lpstr>
      <vt:lpstr>1. Fonctions</vt:lpstr>
      <vt:lpstr>1. Fonctions</vt:lpstr>
      <vt:lpstr>1. Fonctions</vt:lpstr>
      <vt:lpstr>1. Fonctions</vt:lpstr>
      <vt:lpstr>Présentation PowerPoint</vt:lpstr>
      <vt:lpstr>2. Tableaux </vt:lpstr>
      <vt:lpstr>2. Tableaux </vt:lpstr>
      <vt:lpstr>2. Tableaux </vt:lpstr>
      <vt:lpstr>2. Tableaux </vt:lpstr>
      <vt:lpstr>Présentation PowerPoint</vt:lpstr>
      <vt:lpstr>3. Objets </vt:lpstr>
      <vt:lpstr>3. Objets </vt:lpstr>
      <vt:lpstr>3. Objets </vt:lpstr>
      <vt:lpstr>3. Objets </vt:lpstr>
      <vt:lpstr>3. Objets </vt:lpstr>
      <vt:lpstr>Présentation PowerPoint</vt:lpstr>
      <vt:lpstr>4. Prototypes </vt:lpstr>
      <vt:lpstr>4. Prototypes </vt:lpstr>
      <vt:lpstr>4. Prototypes </vt:lpstr>
      <vt:lpstr>4. Prototypes </vt:lpstr>
      <vt:lpstr>4. Prototypes </vt:lpstr>
      <vt:lpstr>4. Prototypes </vt:lpstr>
      <vt:lpstr>Présentation PowerPoint</vt:lpstr>
      <vt:lpstr>5. Constructeurs </vt:lpstr>
      <vt:lpstr>5. Constructeurs </vt:lpstr>
      <vt:lpstr>5. Constructeurs </vt:lpstr>
      <vt:lpstr>5. Constructeurs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joachim lejeune</dc:creator>
  <cp:lastModifiedBy>joachim lejeune</cp:lastModifiedBy>
  <cp:revision>4</cp:revision>
  <dcterms:created xsi:type="dcterms:W3CDTF">2025-12-26T14:13:51Z</dcterms:created>
  <dcterms:modified xsi:type="dcterms:W3CDTF">2025-12-26T17:34:15Z</dcterms:modified>
</cp:coreProperties>
</file>